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1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69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84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54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89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1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8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1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28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00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5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rgbClr val="0070C0"/>
                </a:solidFill>
              </a:rPr>
              <a:t>DETAILED PERPULY</a:t>
            </a:r>
            <a:br>
              <a:rPr lang="es-MX" dirty="0"/>
            </a:br>
            <a:r>
              <a:rPr lang="es-MX" dirty="0">
                <a:solidFill>
                  <a:srgbClr val="0070C0"/>
                </a:solidFill>
              </a:rPr>
              <a:t>Detallado/Automotriz 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§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Sistema Web para la Administración y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Gestión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Citas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Servicios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Detallado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Automotriz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pPr algn="ctr">
              <a:buFont typeface="Wingdings" panose="05000000000000000000" pitchFamily="2" charset="2"/>
              <a:buChar char="§"/>
            </a:pPr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pPr algn="ctr">
              <a:buFont typeface="Wingdings" panose="05000000000000000000" pitchFamily="2" charset="2"/>
              <a:buChar char="§"/>
            </a:pP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Alumno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: Brian Humberto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Perpuly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Laguna</a:t>
            </a:r>
          </a:p>
          <a:p>
            <a:pPr algn="ctr">
              <a:buFont typeface="Wingdings" panose="05000000000000000000" pitchFamily="2" charset="2"/>
              <a:buChar char="§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Materia: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Programación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Web</a:t>
            </a:r>
          </a:p>
          <a:p>
            <a:pPr algn="ctr">
              <a:buFont typeface="Wingdings" panose="05000000000000000000" pitchFamily="2" charset="2"/>
              <a:buChar char="§"/>
            </a:pP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Docente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: MSC. Isaias Terán Gómez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99509"/>
            <a:ext cx="7797662" cy="1151965"/>
          </a:xfrm>
        </p:spPr>
        <p:txBody>
          <a:bodyPr/>
          <a:lstStyle/>
          <a:p>
            <a:r>
              <a:rPr dirty="0" err="1">
                <a:solidFill>
                  <a:srgbClr val="0070C0"/>
                </a:solidFill>
              </a:rPr>
              <a:t>Introducción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Detailed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Perpuly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es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una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plataforma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web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desarrollada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para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automatizar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la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administración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servicios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detallado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automotriz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clientes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paquetes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y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citas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1296809"/>
            <a:ext cx="6571343" cy="1049235"/>
          </a:xfrm>
        </p:spPr>
        <p:txBody>
          <a:bodyPr/>
          <a:lstStyle/>
          <a:p>
            <a:r>
              <a:rPr dirty="0" err="1">
                <a:solidFill>
                  <a:srgbClr val="0070C0"/>
                </a:solidFill>
              </a:rPr>
              <a:t>Problemática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331" y="2346044"/>
            <a:ext cx="7797662" cy="3311189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Registro</a:t>
            </a:r>
            <a:r>
              <a:rPr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 manual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citas</a:t>
            </a:r>
            <a:endParaRPr dirty="0">
              <a:solidFill>
                <a:schemeClr val="tx2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• Riesgo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pérdida</a:t>
            </a:r>
            <a:r>
              <a:rPr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información</a:t>
            </a:r>
            <a:endParaRPr dirty="0">
              <a:solidFill>
                <a:schemeClr val="tx2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• Falta de control de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horarios</a:t>
            </a:r>
            <a:endParaRPr dirty="0">
              <a:solidFill>
                <a:schemeClr val="tx2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• Administración no </a:t>
            </a:r>
            <a:r>
              <a:rPr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centralizada</a:t>
            </a:r>
            <a:endParaRPr dirty="0">
              <a:solidFill>
                <a:schemeClr val="tx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604" y="1184664"/>
            <a:ext cx="6571343" cy="1049235"/>
          </a:xfrm>
        </p:spPr>
        <p:txBody>
          <a:bodyPr/>
          <a:lstStyle/>
          <a:p>
            <a:r>
              <a:rPr dirty="0" err="1">
                <a:solidFill>
                  <a:srgbClr val="0070C0"/>
                </a:solidFill>
              </a:rPr>
              <a:t>Justificación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414428"/>
            <a:ext cx="7797662" cy="233343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mejora</a:t>
            </a:r>
            <a:r>
              <a:rPr dirty="0"/>
              <a:t> la </a:t>
            </a:r>
            <a:r>
              <a:rPr dirty="0" err="1"/>
              <a:t>organización</a:t>
            </a:r>
            <a:r>
              <a:rPr dirty="0"/>
              <a:t> del </a:t>
            </a:r>
            <a:r>
              <a:rPr dirty="0" err="1"/>
              <a:t>negocio</a:t>
            </a:r>
            <a:r>
              <a:rPr dirty="0"/>
              <a:t>, </a:t>
            </a:r>
            <a:r>
              <a:rPr dirty="0" err="1"/>
              <a:t>optimiza</a:t>
            </a:r>
            <a:r>
              <a:rPr dirty="0"/>
              <a:t> la </a:t>
            </a:r>
            <a:r>
              <a:rPr dirty="0" err="1"/>
              <a:t>atención</a:t>
            </a:r>
            <a:r>
              <a:rPr dirty="0"/>
              <a:t> al </a:t>
            </a:r>
            <a:r>
              <a:rPr dirty="0" err="1"/>
              <a:t>cliente</a:t>
            </a:r>
            <a:r>
              <a:rPr dirty="0"/>
              <a:t> y </a:t>
            </a:r>
            <a:r>
              <a:rPr lang="es-MX" dirty="0"/>
              <a:t>reduce los error de dedo en la </a:t>
            </a:r>
            <a:r>
              <a:rPr lang="es-MX" dirty="0" err="1"/>
              <a:t>agendacion</a:t>
            </a:r>
            <a:r>
              <a:rPr lang="es-MX" dirty="0"/>
              <a:t> de citas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236035"/>
            <a:ext cx="6571343" cy="1049235"/>
          </a:xfrm>
        </p:spPr>
        <p:txBody>
          <a:bodyPr/>
          <a:lstStyle/>
          <a:p>
            <a:r>
              <a:rPr dirty="0" err="1">
                <a:solidFill>
                  <a:srgbClr val="0070C0"/>
                </a:solidFill>
              </a:rPr>
              <a:t>Objetivos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 err="1"/>
              <a:t>Objetivo</a:t>
            </a:r>
            <a:r>
              <a:rPr dirty="0"/>
              <a:t> General:</a:t>
            </a:r>
          </a:p>
          <a:p>
            <a:pPr marL="0" indent="0">
              <a:buNone/>
            </a:pPr>
            <a:r>
              <a:rPr lang="es-MX" dirty="0"/>
              <a:t>Desarrollar un sistema web para la administración y gestión de citas de los servicios del negocio de detallado automotriz </a:t>
            </a:r>
            <a:r>
              <a:rPr lang="es-MX" dirty="0" err="1"/>
              <a:t>Detailed</a:t>
            </a:r>
            <a:r>
              <a:rPr lang="es-MX" dirty="0"/>
              <a:t> </a:t>
            </a:r>
            <a:r>
              <a:rPr lang="es-MX" dirty="0" err="1"/>
              <a:t>Perpuly</a:t>
            </a:r>
            <a:r>
              <a:rPr lang="es-MX" dirty="0"/>
              <a:t> mediante tecnologías web y una base de datos MySQL.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Registrar </a:t>
            </a:r>
            <a:r>
              <a:rPr dirty="0" err="1"/>
              <a:t>usuarios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Gestionar</a:t>
            </a:r>
            <a:r>
              <a:rPr dirty="0"/>
              <a:t> </a:t>
            </a:r>
            <a:r>
              <a:rPr dirty="0" err="1"/>
              <a:t>citas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Administrar</a:t>
            </a:r>
            <a:r>
              <a:rPr dirty="0"/>
              <a:t> </a:t>
            </a:r>
            <a:r>
              <a:rPr dirty="0" err="1"/>
              <a:t>paquetes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0070C0"/>
                </a:solidFill>
              </a:rPr>
              <a:t>Arquitectura</a:t>
            </a:r>
            <a:r>
              <a:rPr dirty="0">
                <a:solidFill>
                  <a:srgbClr val="0070C0"/>
                </a:solidFill>
              </a:rPr>
              <a:t> </a:t>
            </a:r>
            <a:r>
              <a:rPr dirty="0" err="1">
                <a:solidFill>
                  <a:srgbClr val="0070C0"/>
                </a:solidFill>
              </a:rPr>
              <a:t>Cliente-Servidor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513" y="1568297"/>
            <a:ext cx="7797662" cy="33111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dirty="0"/>
              <a:t>La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procesa</a:t>
            </a:r>
            <a:r>
              <a:rPr dirty="0"/>
              <a:t> solicitudes y </a:t>
            </a:r>
            <a:r>
              <a:rPr dirty="0" err="1"/>
              <a:t>almacena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centralizada</a:t>
            </a:r>
            <a:r>
              <a:rPr dirty="0"/>
              <a:t>.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b="1" dirty="0"/>
              <a:t>Funcionamiento: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Cliente accede desde navegador. </a:t>
            </a:r>
          </a:p>
          <a:p>
            <a:pPr marL="0" indent="0">
              <a:buNone/>
            </a:pPr>
            <a:r>
              <a:rPr lang="es-MX" dirty="0"/>
              <a:t>Apache recibe la petición. </a:t>
            </a:r>
          </a:p>
          <a:p>
            <a:pPr marL="0" indent="0">
              <a:buNone/>
            </a:pPr>
            <a:r>
              <a:rPr lang="es-MX" dirty="0"/>
              <a:t>PHP procesa la lógica. </a:t>
            </a:r>
          </a:p>
          <a:p>
            <a:pPr marL="0" indent="0">
              <a:buNone/>
            </a:pPr>
            <a:r>
              <a:rPr lang="es-MX" dirty="0"/>
              <a:t>MySQL almacena información. </a:t>
            </a:r>
          </a:p>
          <a:p>
            <a:pPr marL="0" indent="0">
              <a:buNone/>
            </a:pPr>
            <a:r>
              <a:rPr lang="es-MX" dirty="0"/>
              <a:t>Se devuelve la respuesta.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B638CE-BC87-8CF3-EF22-2EA0D2BBF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65643"/>
            <a:ext cx="3261885" cy="2941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328" y="1211203"/>
            <a:ext cx="6571343" cy="1049235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Caso de Uso: </a:t>
            </a:r>
            <a:r>
              <a:rPr dirty="0" err="1">
                <a:solidFill>
                  <a:srgbClr val="0070C0"/>
                </a:solidFill>
              </a:rPr>
              <a:t>Cliente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365" y="2477710"/>
            <a:ext cx="6571343" cy="345061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Registrarse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sesión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Seleccionar</a:t>
            </a:r>
            <a:r>
              <a:rPr dirty="0"/>
              <a:t> </a:t>
            </a:r>
            <a:r>
              <a:rPr dirty="0" err="1"/>
              <a:t>paquete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Agendar</a:t>
            </a:r>
            <a:r>
              <a:rPr dirty="0"/>
              <a:t> </a:t>
            </a:r>
            <a:r>
              <a:rPr dirty="0" err="1"/>
              <a:t>cita</a:t>
            </a:r>
            <a:endParaRPr lang="es-MX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459528-5543-34CC-FE0F-06D98991E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621" y="2477710"/>
            <a:ext cx="5393014" cy="26640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229676"/>
            <a:ext cx="6571343" cy="1049235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Caso de Uso: </a:t>
            </a:r>
            <a:r>
              <a:rPr dirty="0" err="1">
                <a:solidFill>
                  <a:srgbClr val="0070C0"/>
                </a:solidFill>
              </a:rPr>
              <a:t>Administrador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162941-1F86-2672-C766-99F1D480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4" y="1985475"/>
            <a:ext cx="4186288" cy="18979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7F276AD-6E06-BCE8-C404-1CF7742DE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678" y="4045428"/>
            <a:ext cx="4387284" cy="1582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29137"/>
            <a:ext cx="6571343" cy="1049235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Base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solidFill>
                  <a:srgbClr val="0070C0"/>
                </a:solidFill>
              </a:rPr>
              <a:t>BD: detailing</a:t>
            </a:r>
          </a:p>
          <a:p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 err="1">
                <a:solidFill>
                  <a:srgbClr val="0070C0"/>
                </a:solidFill>
              </a:rPr>
              <a:t>Tablas</a:t>
            </a:r>
            <a:r>
              <a:rPr dirty="0">
                <a:solidFill>
                  <a:srgbClr val="0070C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err="1"/>
              <a:t>usuarios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 err="1"/>
              <a:t>citas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 err="1"/>
              <a:t>paquete_opciones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 err="1"/>
              <a:t>paquetes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642F1E-4A6E-033A-134A-680CE3D4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274" y="2494425"/>
            <a:ext cx="5207285" cy="2971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328" y="1123019"/>
            <a:ext cx="6571343" cy="1049235"/>
          </a:xfrm>
        </p:spPr>
        <p:txBody>
          <a:bodyPr/>
          <a:lstStyle/>
          <a:p>
            <a:pPr algn="ctr"/>
            <a:r>
              <a:rPr dirty="0">
                <a:solidFill>
                  <a:srgbClr val="0070C0"/>
                </a:solidFill>
              </a:rPr>
              <a:t>Página Principal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905E364-39B9-9992-82FC-32C24C8D5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495" y="2172254"/>
            <a:ext cx="7170719" cy="3454764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rgbClr val="0070C0"/>
                </a:solidFill>
              </a:rPr>
              <a:t>Login y </a:t>
            </a:r>
            <a:r>
              <a:rPr dirty="0" err="1">
                <a:solidFill>
                  <a:srgbClr val="0070C0"/>
                </a:solidFill>
              </a:rPr>
              <a:t>Registro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6E123D-5B8C-E6D0-5AC8-8297B89C7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37766"/>
            <a:ext cx="3987814" cy="34108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627728E-FBD3-0730-89C3-03591ABFC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15" y="1837765"/>
            <a:ext cx="3900696" cy="3496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solidFill>
                  <a:srgbClr val="0070C0"/>
                </a:solidFill>
              </a:rPr>
              <a:t>Gestión</a:t>
            </a:r>
            <a:r>
              <a:rPr dirty="0">
                <a:solidFill>
                  <a:srgbClr val="0070C0"/>
                </a:solidFill>
              </a:rPr>
              <a:t> de </a:t>
            </a:r>
            <a:r>
              <a:rPr dirty="0" err="1">
                <a:solidFill>
                  <a:srgbClr val="0070C0"/>
                </a:solidFill>
              </a:rPr>
              <a:t>Citas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D7C397-2FCD-E731-9914-7377EE904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99" y="1746608"/>
            <a:ext cx="5440154" cy="362866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53DE77-B368-6327-CF33-64E1AADA4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489" y="1746607"/>
            <a:ext cx="2455524" cy="3628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027" y="1261783"/>
            <a:ext cx="7797662" cy="1151965"/>
          </a:xfrm>
        </p:spPr>
        <p:txBody>
          <a:bodyPr/>
          <a:lstStyle/>
          <a:p>
            <a:pPr algn="ctr"/>
            <a:r>
              <a:rPr dirty="0">
                <a:solidFill>
                  <a:srgbClr val="0070C0"/>
                </a:solidFill>
              </a:rPr>
              <a:t>Panel </a:t>
            </a:r>
            <a:r>
              <a:rPr dirty="0" err="1">
                <a:solidFill>
                  <a:srgbClr val="0070C0"/>
                </a:solidFill>
              </a:rPr>
              <a:t>Administrativo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01BCC97-F82B-43A3-A40B-85CCDD1F5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910" y="2127284"/>
            <a:ext cx="3932102" cy="3679506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3252F-36DE-E21C-9B5A-E8F0A779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rgbClr val="0070C0"/>
                </a:solidFill>
              </a:rPr>
              <a:t>Uso de Git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11DF8B-313A-D412-7765-90983CB16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Control de Versiones</a:t>
            </a:r>
          </a:p>
          <a:p>
            <a:pPr marL="0" indent="0">
              <a:buNone/>
            </a:pPr>
            <a:r>
              <a:rPr lang="es-MX" dirty="0"/>
              <a:t>Repositorio GitHub:</a:t>
            </a:r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El proyecto se encuentra respaldado mediante Git y GitHub para mantener control de versiones y respaldo del código.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239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solidFill>
                  <a:srgbClr val="0070C0"/>
                </a:solidFill>
              </a:rPr>
              <a:t>Tecnologías</a:t>
            </a:r>
            <a:r>
              <a:rPr dirty="0">
                <a:solidFill>
                  <a:srgbClr val="0070C0"/>
                </a:solidFill>
              </a:rPr>
              <a:t> </a:t>
            </a:r>
            <a:r>
              <a:rPr dirty="0" err="1">
                <a:solidFill>
                  <a:srgbClr val="0070C0"/>
                </a:solidFill>
              </a:rPr>
              <a:t>Utilizadas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092051"/>
            <a:ext cx="7797662" cy="353134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HTML5</a:t>
            </a:r>
          </a:p>
          <a:p>
            <a:r>
              <a:rPr dirty="0"/>
              <a:t>CSS3</a:t>
            </a:r>
          </a:p>
          <a:p>
            <a:r>
              <a:rPr dirty="0"/>
              <a:t>JavaScript</a:t>
            </a:r>
          </a:p>
          <a:p>
            <a:r>
              <a:rPr dirty="0"/>
              <a:t>PHP</a:t>
            </a:r>
          </a:p>
          <a:p>
            <a:r>
              <a:rPr dirty="0"/>
              <a:t>Bootstrap</a:t>
            </a:r>
          </a:p>
          <a:p>
            <a:r>
              <a:rPr dirty="0"/>
              <a:t>MySQL</a:t>
            </a:r>
          </a:p>
          <a:p>
            <a:r>
              <a:rPr dirty="0"/>
              <a:t>GitHub</a:t>
            </a:r>
          </a:p>
          <a:p>
            <a:r>
              <a:rPr lang="es-MX" dirty="0"/>
              <a:t>AWARDSPACE</a:t>
            </a:r>
            <a:endParaRPr dirty="0"/>
          </a:p>
        </p:txBody>
      </p:sp>
      <p:pic>
        <p:nvPicPr>
          <p:cNvPr id="1026" name="Picture 2" descr="Tecnologías y aplicaciones utilizadas de Internet de las ...">
            <a:extLst>
              <a:ext uri="{FF2B5EF4-FFF2-40B4-BE49-F238E27FC236}">
                <a16:creationId xmlns:a16="http://schemas.microsoft.com/office/drawing/2014/main" id="{7B42811B-8D65-DCB3-EFE8-773B5EAFE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209" y="2191573"/>
            <a:ext cx="4434636" cy="247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0CA9B-FFFD-EB43-2E28-0FE7A37A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85" y="1030551"/>
            <a:ext cx="6571343" cy="1049235"/>
          </a:xfrm>
        </p:spPr>
        <p:txBody>
          <a:bodyPr/>
          <a:lstStyle/>
          <a:p>
            <a:pPr algn="ctr"/>
            <a:r>
              <a:rPr lang="es-MX" dirty="0">
                <a:solidFill>
                  <a:srgbClr val="0070C0"/>
                </a:solidFill>
              </a:rPr>
              <a:t>Estructura del Sistema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56E0B5-94CF-8B05-471F-A81E3EED6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85" y="2079786"/>
            <a:ext cx="2545504" cy="3710279"/>
          </a:xfrm>
          <a:prstGeom prst="rect">
            <a:avLst/>
          </a:prstGeom>
        </p:spPr>
      </p:pic>
      <p:pic>
        <p:nvPicPr>
          <p:cNvPr id="2050" name="Picture 2" descr="Visual Studio Code - Wikipedia">
            <a:extLst>
              <a:ext uri="{FF2B5EF4-FFF2-40B4-BE49-F238E27FC236}">
                <a16:creationId xmlns:a16="http://schemas.microsoft.com/office/drawing/2014/main" id="{D7A2CE94-E8D7-2A3D-2329-1318DDB3D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54" y="2624565"/>
            <a:ext cx="2283913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5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solidFill>
                  <a:srgbClr val="0070C0"/>
                </a:solidFill>
              </a:rPr>
              <a:t>Conclusiones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Automatización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citas</a:t>
            </a:r>
            <a:endParaRPr dirty="0"/>
          </a:p>
          <a:p>
            <a:pPr marL="0" indent="0">
              <a:buNone/>
            </a:pPr>
            <a:r>
              <a:rPr dirty="0"/>
              <a:t>• Mejor </a:t>
            </a:r>
            <a:r>
              <a:rPr dirty="0" err="1"/>
              <a:t>administración</a:t>
            </a:r>
            <a:r>
              <a:rPr dirty="0"/>
              <a:t> del </a:t>
            </a:r>
            <a:r>
              <a:rPr dirty="0" err="1"/>
              <a:t>negocio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Preparado</a:t>
            </a:r>
            <a:r>
              <a:rPr dirty="0"/>
              <a:t> para </a:t>
            </a:r>
            <a:r>
              <a:rPr dirty="0" err="1"/>
              <a:t>despliegue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Hostinger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Gracias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atención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435</TotalTime>
  <Words>303</Words>
  <Application>Microsoft Office PowerPoint</Application>
  <PresentationFormat>Presentación en pantalla (4:3)</PresentationFormat>
  <Paragraphs>75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Agency FB</vt:lpstr>
      <vt:lpstr>Arial</vt:lpstr>
      <vt:lpstr>Gill Sans MT</vt:lpstr>
      <vt:lpstr>Wingdings</vt:lpstr>
      <vt:lpstr>Galería</vt:lpstr>
      <vt:lpstr>DETAILED PERPULY Detallado/Automotriz </vt:lpstr>
      <vt:lpstr>Introducción</vt:lpstr>
      <vt:lpstr>Problemática</vt:lpstr>
      <vt:lpstr>Justificación</vt:lpstr>
      <vt:lpstr>Objetivos</vt:lpstr>
      <vt:lpstr>Arquitectura Cliente-Servidor</vt:lpstr>
      <vt:lpstr>Caso de Uso: Cliente</vt:lpstr>
      <vt:lpstr>Caso de Uso: Administrador</vt:lpstr>
      <vt:lpstr>Base de Datos</vt:lpstr>
      <vt:lpstr>Página Principal</vt:lpstr>
      <vt:lpstr>Login y Registro</vt:lpstr>
      <vt:lpstr>Gestión de Citas</vt:lpstr>
      <vt:lpstr>Panel Administrativo</vt:lpstr>
      <vt:lpstr>Uso de Git</vt:lpstr>
      <vt:lpstr>Tecnologías Utilizadas</vt:lpstr>
      <vt:lpstr>Estructura del Sistema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BRIAN HUMBERTO PERPULY LAGUNA</cp:lastModifiedBy>
  <cp:revision>4</cp:revision>
  <dcterms:created xsi:type="dcterms:W3CDTF">2013-01-27T09:14:16Z</dcterms:created>
  <dcterms:modified xsi:type="dcterms:W3CDTF">2026-06-06T02:32:09Z</dcterms:modified>
  <cp:category/>
</cp:coreProperties>
</file>